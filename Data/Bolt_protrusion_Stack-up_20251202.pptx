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0"/>
  </p:notesMasterIdLst>
  <p:handoutMasterIdLst>
    <p:handoutMasterId r:id="rId11"/>
  </p:handoutMasterIdLst>
  <p:sldIdLst>
    <p:sldId id="416" r:id="rId5"/>
    <p:sldId id="363" r:id="rId6"/>
    <p:sldId id="4053" r:id="rId7"/>
    <p:sldId id="4054" r:id="rId8"/>
    <p:sldId id="4055" r:id="rId9"/>
  </p:sldIdLst>
  <p:sldSz cx="9144000" cy="6858000" type="screen4x3"/>
  <p:notesSz cx="6794500" cy="9906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0" userDrawn="1">
          <p15:clr>
            <a:srgbClr val="A4A3A4"/>
          </p15:clr>
        </p15:guide>
        <p15:guide id="2" pos="2140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ödström Robert" initials="RR" lastIdx="13" clrIdx="0"/>
  <p:cmAuthor id="2" name="Sravan Kanchanapalli" initials="SK" lastIdx="1" clrIdx="1"/>
  <p:cmAuthor id="3" name="福山 博識" initials="福山" lastIdx="0" clrIdx="2"/>
  <p:cmAuthor id="4" name="LocalUser" initials="L" lastIdx="1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0000"/>
    <a:srgbClr val="FF0000"/>
    <a:srgbClr val="FFFF00"/>
    <a:srgbClr val="3366CC"/>
    <a:srgbClr val="BFBFBF"/>
    <a:srgbClr val="FF33CC"/>
    <a:srgbClr val="00CC99"/>
    <a:srgbClr val="66FF33"/>
    <a:srgbClr val="66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605" autoAdjust="0"/>
    <p:restoredTop sz="94292" autoAdjust="0"/>
  </p:normalViewPr>
  <p:slideViewPr>
    <p:cSldViewPr snapToGrid="0">
      <p:cViewPr>
        <p:scale>
          <a:sx n="75" d="100"/>
          <a:sy n="75" d="100"/>
        </p:scale>
        <p:origin x="1412" y="-360"/>
      </p:cViewPr>
      <p:guideLst>
        <p:guide orient="horz" pos="2160"/>
        <p:guide pos="2880"/>
      </p:guideLst>
    </p:cSldViewPr>
  </p:slideViewPr>
  <p:outlineViewPr>
    <p:cViewPr>
      <p:scale>
        <a:sx n="50" d="100"/>
        <a:sy n="50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92" d="100"/>
          <a:sy n="92" d="100"/>
        </p:scale>
        <p:origin x="3750" y="84"/>
      </p:cViewPr>
      <p:guideLst>
        <p:guide orient="horz" pos="3120"/>
        <p:guide pos="214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2944072" cy="495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892" tIns="46446" rIns="92892" bIns="46446" numCol="1" anchor="t" anchorCtr="0" compatLnSpc="1">
            <a:prstTxWarp prst="textNoShape">
              <a:avLst/>
            </a:prstTxWarp>
          </a:bodyPr>
          <a:lstStyle>
            <a:lvl1pPr defTabSz="928973">
              <a:defRPr sz="1200"/>
            </a:lvl1pPr>
          </a:lstStyle>
          <a:p>
            <a:pPr>
              <a:defRPr/>
            </a:pPr>
            <a:endParaRPr lang="ja-JP" altLang="ja-JP" dirty="0"/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0429" y="1"/>
            <a:ext cx="2944072" cy="495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892" tIns="46446" rIns="92892" bIns="46446" numCol="1" anchor="t" anchorCtr="0" compatLnSpc="1">
            <a:prstTxWarp prst="textNoShape">
              <a:avLst/>
            </a:prstTxWarp>
          </a:bodyPr>
          <a:lstStyle>
            <a:lvl1pPr algn="r" defTabSz="928973">
              <a:defRPr sz="1200"/>
            </a:lvl1pPr>
          </a:lstStyle>
          <a:p>
            <a:pPr>
              <a:defRPr/>
            </a:pPr>
            <a:endParaRPr lang="ja-JP" altLang="ja-JP" dirty="0"/>
          </a:p>
        </p:txBody>
      </p:sp>
      <p:sp>
        <p:nvSpPr>
          <p:cNvPr id="409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10779"/>
            <a:ext cx="2944072" cy="495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892" tIns="46446" rIns="92892" bIns="46446" numCol="1" anchor="b" anchorCtr="0" compatLnSpc="1">
            <a:prstTxWarp prst="textNoShape">
              <a:avLst/>
            </a:prstTxWarp>
          </a:bodyPr>
          <a:lstStyle>
            <a:lvl1pPr defTabSz="928973">
              <a:defRPr sz="1200"/>
            </a:lvl1pPr>
          </a:lstStyle>
          <a:p>
            <a:pPr>
              <a:defRPr/>
            </a:pPr>
            <a:endParaRPr lang="ja-JP" altLang="ja-JP" dirty="0"/>
          </a:p>
        </p:txBody>
      </p:sp>
      <p:sp>
        <p:nvSpPr>
          <p:cNvPr id="409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0429" y="9410779"/>
            <a:ext cx="2944072" cy="495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892" tIns="46446" rIns="92892" bIns="46446" numCol="1" anchor="b" anchorCtr="0" compatLnSpc="1">
            <a:prstTxWarp prst="textNoShape">
              <a:avLst/>
            </a:prstTxWarp>
          </a:bodyPr>
          <a:lstStyle>
            <a:lvl1pPr algn="r" defTabSz="928973">
              <a:defRPr sz="1200"/>
            </a:lvl1pPr>
          </a:lstStyle>
          <a:p>
            <a:pPr>
              <a:defRPr/>
            </a:pPr>
            <a:fld id="{3A8833FA-ACAC-498E-AFDD-BAAA4234CA1B}" type="slidenum">
              <a:rPr lang="en-US" altLang="ja-JP"/>
              <a:pPr>
                <a:defRPr/>
              </a:pPr>
              <a:t>‹#›</a:t>
            </a:fld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0207830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2963087" cy="4873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348" tIns="45674" rIns="91348" bIns="45674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ja-JP" altLang="ja-JP" dirty="0"/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0429" y="0"/>
            <a:ext cx="2963087" cy="4873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348" tIns="45674" rIns="91348" bIns="45674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ja-JP" altLang="ja-JP" dirty="0"/>
          </a:p>
        </p:txBody>
      </p:sp>
      <p:sp>
        <p:nvSpPr>
          <p:cNvPr id="1638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6300" y="731838"/>
            <a:ext cx="4983163" cy="373856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1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888927" y="4716466"/>
            <a:ext cx="5034078" cy="44728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348" tIns="45674" rIns="91348" bIns="4567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91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432930"/>
            <a:ext cx="2963087" cy="4888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348" tIns="45674" rIns="91348" bIns="45674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ja-JP" altLang="ja-JP" dirty="0"/>
          </a:p>
        </p:txBody>
      </p:sp>
      <p:sp>
        <p:nvSpPr>
          <p:cNvPr id="491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0429" y="9432930"/>
            <a:ext cx="2963087" cy="4888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348" tIns="45674" rIns="91348" bIns="45674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10FEA361-7D2C-47D5-B373-86E208D94B98}" type="slidenum">
              <a:rPr lang="en-US" altLang="ja-JP"/>
              <a:pPr>
                <a:defRPr/>
              </a:pPr>
              <a:t>‹#›</a:t>
            </a:fld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34257287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465955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34016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1"/>
          <p:cNvSpPr txBox="1">
            <a:spLocks noGrp="1"/>
          </p:cNvSpPr>
          <p:nvPr/>
        </p:nvSpPr>
        <p:spPr bwMode="auto">
          <a:xfrm>
            <a:off x="8676456" y="6563444"/>
            <a:ext cx="452368" cy="276999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wrap="none">
            <a:spAutoFit/>
          </a:bodyPr>
          <a:lstStyle>
            <a:lvl1pPr algn="ctr" eaLnBrk="0" hangingPunct="0">
              <a:defRPr kumimoji="1" sz="1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algn="ctr" eaLnBrk="0" hangingPunct="0">
              <a:defRPr kumimoji="1" sz="1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algn="ctr" eaLnBrk="0" hangingPunct="0">
              <a:defRPr kumimoji="1" sz="1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algn="ctr" eaLnBrk="0" hangingPunct="0">
              <a:defRPr kumimoji="1" sz="1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algn="ctr" eaLnBrk="0" hangingPunct="0">
              <a:defRPr kumimoji="1" sz="1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r"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fld id="{BCCAD92E-6289-40B5-B273-6517621A9091}" type="slidenum">
              <a:rPr lang="en-US" altLang="ja-JP" sz="1200" smtClean="0">
                <a:solidFill>
                  <a:srgbClr val="00559A"/>
                </a:solidFill>
                <a:latin typeface="Verdana" pitchFamily="34" charset="0"/>
              </a:rPr>
              <a:pPr algn="r"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ja-JP" sz="1200" dirty="0">
              <a:solidFill>
                <a:srgbClr val="00559A"/>
              </a:solidFill>
              <a:latin typeface="Verdana" pitchFamily="34" charset="0"/>
            </a:endParaRPr>
          </a:p>
        </p:txBody>
      </p:sp>
      <p:sp>
        <p:nvSpPr>
          <p:cNvPr id="4" name="Footer Placeholder 2"/>
          <p:cNvSpPr txBox="1">
            <a:spLocks noGrp="1"/>
          </p:cNvSpPr>
          <p:nvPr/>
        </p:nvSpPr>
        <p:spPr bwMode="auto">
          <a:xfrm>
            <a:off x="2120" y="6625927"/>
            <a:ext cx="2528256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kumimoji="1" sz="1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algn="ctr" eaLnBrk="0" hangingPunct="0">
              <a:defRPr kumimoji="1" sz="1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algn="ctr" eaLnBrk="0" hangingPunct="0">
              <a:defRPr kumimoji="1" sz="1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algn="ctr" eaLnBrk="0" hangingPunct="0">
              <a:defRPr kumimoji="1" sz="1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algn="ctr" eaLnBrk="0" hangingPunct="0">
              <a:defRPr kumimoji="1" sz="1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l"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ja-JP" sz="800" dirty="0">
                <a:solidFill>
                  <a:srgbClr val="00559A"/>
                </a:solidFill>
                <a:latin typeface="Verdana" pitchFamily="34" charset="0"/>
              </a:rPr>
              <a:t>Copyright © 2020 JAEC All Rights Reserved.</a:t>
            </a:r>
            <a:endParaRPr lang="en-US" altLang="ja-JP" sz="800" dirty="0">
              <a:solidFill>
                <a:srgbClr val="000000"/>
              </a:solidFill>
              <a:latin typeface="Verdana" pitchFamily="34" charset="0"/>
            </a:endParaRPr>
          </a:p>
        </p:txBody>
      </p:sp>
      <p:sp>
        <p:nvSpPr>
          <p:cNvPr id="5" name="Freeform 109"/>
          <p:cNvSpPr>
            <a:spLocks/>
          </p:cNvSpPr>
          <p:nvPr/>
        </p:nvSpPr>
        <p:spPr bwMode="auto">
          <a:xfrm>
            <a:off x="0" y="476672"/>
            <a:ext cx="8676456" cy="428184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107"/>
              </a:cxn>
              <a:cxn ang="0">
                <a:pos x="1276" y="216"/>
              </a:cxn>
              <a:cxn ang="0">
                <a:pos x="1685" y="206"/>
              </a:cxn>
              <a:cxn ang="0">
                <a:pos x="2498" y="136"/>
              </a:cxn>
              <a:cxn ang="0">
                <a:pos x="2962" y="105"/>
              </a:cxn>
              <a:cxn ang="0">
                <a:pos x="2519" y="122"/>
              </a:cxn>
              <a:cxn ang="0">
                <a:pos x="1721" y="169"/>
              </a:cxn>
              <a:cxn ang="0">
                <a:pos x="1557" y="170"/>
              </a:cxn>
              <a:cxn ang="0">
                <a:pos x="0" y="0"/>
              </a:cxn>
            </a:cxnLst>
            <a:rect l="0" t="0" r="r" b="b"/>
            <a:pathLst>
              <a:path w="2962" h="216">
                <a:moveTo>
                  <a:pt x="0" y="0"/>
                </a:moveTo>
                <a:cubicBezTo>
                  <a:pt x="0" y="107"/>
                  <a:pt x="0" y="107"/>
                  <a:pt x="0" y="107"/>
                </a:cubicBezTo>
                <a:cubicBezTo>
                  <a:pt x="413" y="182"/>
                  <a:pt x="845" y="216"/>
                  <a:pt x="1276" y="216"/>
                </a:cubicBezTo>
                <a:cubicBezTo>
                  <a:pt x="1412" y="216"/>
                  <a:pt x="1549" y="212"/>
                  <a:pt x="1685" y="206"/>
                </a:cubicBezTo>
                <a:cubicBezTo>
                  <a:pt x="1963" y="193"/>
                  <a:pt x="2223" y="160"/>
                  <a:pt x="2498" y="136"/>
                </a:cubicBezTo>
                <a:cubicBezTo>
                  <a:pt x="2651" y="122"/>
                  <a:pt x="2806" y="111"/>
                  <a:pt x="2962" y="105"/>
                </a:cubicBezTo>
                <a:cubicBezTo>
                  <a:pt x="2814" y="107"/>
                  <a:pt x="2665" y="113"/>
                  <a:pt x="2519" y="122"/>
                </a:cubicBezTo>
                <a:cubicBezTo>
                  <a:pt x="2249" y="139"/>
                  <a:pt x="1992" y="164"/>
                  <a:pt x="1721" y="169"/>
                </a:cubicBezTo>
                <a:cubicBezTo>
                  <a:pt x="1666" y="170"/>
                  <a:pt x="1611" y="170"/>
                  <a:pt x="1557" y="170"/>
                </a:cubicBezTo>
                <a:cubicBezTo>
                  <a:pt x="1024" y="170"/>
                  <a:pt x="493" y="118"/>
                  <a:pt x="0" y="0"/>
                </a:cubicBezTo>
              </a:path>
            </a:pathLst>
          </a:custGeom>
          <a:gradFill flip="none" rotWithShape="1">
            <a:gsLst>
              <a:gs pos="40000">
                <a:srgbClr val="C8D5E6">
                  <a:lumMod val="75000"/>
                  <a:lumOff val="25000"/>
                  <a:alpha val="75000"/>
                </a:srgbClr>
              </a:gs>
              <a:gs pos="100000">
                <a:srgbClr val="F4F6FA">
                  <a:lumMod val="75000"/>
                  <a:lumOff val="25000"/>
                  <a:alpha val="75000"/>
                </a:srgbClr>
              </a:gs>
            </a:gsLst>
            <a:lin ang="10800000" scaled="1"/>
            <a:tileRect/>
          </a:gra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algn="l" defTabSz="987461" rtl="0" eaLnBrk="1" latinLnBrk="0" hangingPunct="1"/>
            <a:endParaRPr kumimoji="1" lang="ja-JP" altLang="en-US" sz="19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6" name="Picture 7" descr="jaec_color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2400" y="21457"/>
            <a:ext cx="956424" cy="8162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コンテンツ プレースホルダー 9"/>
          <p:cNvSpPr>
            <a:spLocks noGrp="1"/>
          </p:cNvSpPr>
          <p:nvPr>
            <p:ph sz="quarter" idx="10"/>
          </p:nvPr>
        </p:nvSpPr>
        <p:spPr>
          <a:xfrm>
            <a:off x="107504" y="116632"/>
            <a:ext cx="7488832" cy="50405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kumimoji="1" lang="ja-JP" altLang="en-US" sz="2800" b="1" i="1" u="sng" kern="1200" dirty="0" smtClean="0">
                <a:solidFill>
                  <a:srgbClr val="002060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13" name="コンテンツ プレースホルダー 12"/>
          <p:cNvSpPr>
            <a:spLocks noGrp="1"/>
          </p:cNvSpPr>
          <p:nvPr>
            <p:ph sz="quarter" idx="11"/>
          </p:nvPr>
        </p:nvSpPr>
        <p:spPr>
          <a:xfrm>
            <a:off x="251693" y="620688"/>
            <a:ext cx="5832475" cy="35956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kumimoji="1" lang="ja-JP" altLang="en-US" sz="1800" b="0" i="1" kern="1200" smtClean="0">
                <a:solidFill>
                  <a:srgbClr val="0000FF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15" name="テキスト プレースホルダー 14"/>
          <p:cNvSpPr>
            <a:spLocks noGrp="1"/>
          </p:cNvSpPr>
          <p:nvPr>
            <p:ph type="body" sz="quarter" idx="12"/>
          </p:nvPr>
        </p:nvSpPr>
        <p:spPr>
          <a:xfrm>
            <a:off x="684213" y="2133600"/>
            <a:ext cx="6911975" cy="3887788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5786693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ack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7" descr="jaec_color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4368" y="8161"/>
            <a:ext cx="1223963" cy="1044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図 6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-2120" y="1313384"/>
            <a:ext cx="9144000" cy="5544616"/>
          </a:xfrm>
          <a:prstGeom prst="rect">
            <a:avLst/>
          </a:prstGeom>
        </p:spPr>
      </p:pic>
      <p:sp>
        <p:nvSpPr>
          <p:cNvPr id="3" name="Slide Number Placeholder 1"/>
          <p:cNvSpPr txBox="1">
            <a:spLocks noGrp="1"/>
          </p:cNvSpPr>
          <p:nvPr/>
        </p:nvSpPr>
        <p:spPr bwMode="auto">
          <a:xfrm>
            <a:off x="8676456" y="6563444"/>
            <a:ext cx="452368" cy="276999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wrap="none">
            <a:spAutoFit/>
          </a:bodyPr>
          <a:lstStyle>
            <a:lvl1pPr algn="ctr" eaLnBrk="0" hangingPunct="0">
              <a:defRPr kumimoji="1" sz="1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algn="ctr" eaLnBrk="0" hangingPunct="0">
              <a:defRPr kumimoji="1" sz="1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algn="ctr" eaLnBrk="0" hangingPunct="0">
              <a:defRPr kumimoji="1" sz="1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algn="ctr" eaLnBrk="0" hangingPunct="0">
              <a:defRPr kumimoji="1" sz="1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algn="ctr" eaLnBrk="0" hangingPunct="0">
              <a:defRPr kumimoji="1" sz="1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r"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fld id="{BCCAD92E-6289-40B5-B273-6517621A9091}" type="slidenum">
              <a:rPr lang="en-US" altLang="ja-JP" sz="1200" smtClean="0">
                <a:solidFill>
                  <a:srgbClr val="00559A"/>
                </a:solidFill>
                <a:latin typeface="Verdana" pitchFamily="34" charset="0"/>
              </a:rPr>
              <a:pPr algn="r"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ja-JP" sz="1200" dirty="0">
              <a:solidFill>
                <a:srgbClr val="00559A"/>
              </a:solidFill>
              <a:latin typeface="Verdana" pitchFamily="34" charset="0"/>
            </a:endParaRPr>
          </a:p>
        </p:txBody>
      </p:sp>
      <p:sp>
        <p:nvSpPr>
          <p:cNvPr id="4" name="Footer Placeholder 2"/>
          <p:cNvSpPr txBox="1">
            <a:spLocks noGrp="1"/>
          </p:cNvSpPr>
          <p:nvPr/>
        </p:nvSpPr>
        <p:spPr bwMode="auto">
          <a:xfrm>
            <a:off x="2120" y="6625927"/>
            <a:ext cx="249138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kumimoji="1" sz="1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algn="ctr" eaLnBrk="0" hangingPunct="0">
              <a:defRPr kumimoji="1" sz="1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algn="ctr" eaLnBrk="0" hangingPunct="0">
              <a:defRPr kumimoji="1" sz="1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algn="ctr" eaLnBrk="0" hangingPunct="0">
              <a:defRPr kumimoji="1" sz="1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algn="ctr" eaLnBrk="0" hangingPunct="0">
              <a:defRPr kumimoji="1" sz="1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l"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ja-JP" sz="800" dirty="0">
                <a:solidFill>
                  <a:srgbClr val="00559A"/>
                </a:solidFill>
                <a:latin typeface="Verdana" pitchFamily="34" charset="0"/>
              </a:rPr>
              <a:t>Copyright © 2020 JAEC All Rights Reserved.</a:t>
            </a:r>
            <a:endParaRPr lang="en-US" altLang="ja-JP" sz="800" dirty="0">
              <a:solidFill>
                <a:srgbClr val="000000"/>
              </a:solidFill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91870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59757"/>
            <a:ext cx="9144000" cy="4198243"/>
          </a:xfrm>
          <a:prstGeom prst="rect">
            <a:avLst/>
          </a:prstGeom>
        </p:spPr>
      </p:pic>
      <p:sp>
        <p:nvSpPr>
          <p:cNvPr id="8" name="Footer Placeholder 2"/>
          <p:cNvSpPr txBox="1">
            <a:spLocks noGrp="1"/>
          </p:cNvSpPr>
          <p:nvPr/>
        </p:nvSpPr>
        <p:spPr bwMode="auto">
          <a:xfrm>
            <a:off x="2120" y="6625927"/>
            <a:ext cx="249138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eaLnBrk="0" hangingPunct="0">
              <a:defRPr kumimoji="1" sz="1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algn="ctr" eaLnBrk="0" hangingPunct="0">
              <a:defRPr kumimoji="1" sz="1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algn="ctr" eaLnBrk="0" hangingPunct="0">
              <a:defRPr kumimoji="1" sz="1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algn="ctr" eaLnBrk="0" hangingPunct="0">
              <a:defRPr kumimoji="1" sz="1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algn="ctr" eaLnBrk="0" hangingPunct="0">
              <a:defRPr kumimoji="1" sz="1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l"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ja-JP" sz="800" dirty="0">
                <a:solidFill>
                  <a:srgbClr val="00559A"/>
                </a:solidFill>
                <a:latin typeface="Verdana" pitchFamily="34" charset="0"/>
              </a:rPr>
              <a:t>Copyright © 2020 JAEC All Rights Reserved.</a:t>
            </a:r>
            <a:endParaRPr lang="en-US" altLang="ja-JP" sz="800" dirty="0">
              <a:solidFill>
                <a:srgbClr val="000000"/>
              </a:solidFill>
              <a:latin typeface="Verdana" pitchFamily="34" charset="0"/>
            </a:endParaRPr>
          </a:p>
        </p:txBody>
      </p:sp>
      <p:pic>
        <p:nvPicPr>
          <p:cNvPr id="9" name="Picture 7" descr="jaec_color4"/>
          <p:cNvPicPr>
            <a:picLocks noChangeAspect="1" noChangeArrowheads="1"/>
          </p:cNvPicPr>
          <p:nvPr/>
        </p:nvPicPr>
        <p:blipFill>
          <a:blip r:embed="rId3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7" y="8161"/>
            <a:ext cx="1850564" cy="1579339"/>
          </a:xfrm>
          <a:prstGeom prst="rect">
            <a:avLst/>
          </a:prstGeom>
          <a:noFill/>
          <a:ln>
            <a:noFill/>
          </a:ln>
          <a:effectLst>
            <a:reflection blurRad="6350" stA="50000" endA="300" endPos="55500" dist="50800" dir="5400000" sy="-100000" algn="bl" rotWithShape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BF9A7A4-E5FC-7B7A-1719-0E7423599DA4}"/>
              </a:ext>
            </a:extLst>
          </p:cNvPr>
          <p:cNvSpPr txBox="1">
            <a:spLocks noGrp="1"/>
          </p:cNvSpPr>
          <p:nvPr userDrawn="1"/>
        </p:nvSpPr>
        <p:spPr bwMode="auto">
          <a:xfrm>
            <a:off x="8676456" y="6563444"/>
            <a:ext cx="452368" cy="276999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wrap="none">
            <a:spAutoFit/>
          </a:bodyPr>
          <a:lstStyle>
            <a:lvl1pPr algn="ctr" eaLnBrk="0" hangingPunct="0">
              <a:defRPr kumimoji="1" sz="1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algn="ctr" eaLnBrk="0" hangingPunct="0">
              <a:defRPr kumimoji="1" sz="1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algn="ctr" eaLnBrk="0" hangingPunct="0">
              <a:defRPr kumimoji="1" sz="1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algn="ctr" eaLnBrk="0" hangingPunct="0">
              <a:defRPr kumimoji="1" sz="1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algn="ctr" eaLnBrk="0" hangingPunct="0">
              <a:defRPr kumimoji="1" sz="1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r"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fld id="{BCCAD92E-6289-40B5-B273-6517621A9091}" type="slidenum">
              <a:rPr lang="en-US" altLang="ja-JP" sz="1200" smtClean="0">
                <a:solidFill>
                  <a:srgbClr val="00559A"/>
                </a:solidFill>
                <a:latin typeface="Verdana" pitchFamily="34" charset="0"/>
              </a:rPr>
              <a:pPr algn="r"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ja-JP" sz="1200" dirty="0">
              <a:solidFill>
                <a:srgbClr val="00559A"/>
              </a:solidFill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91771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9" r:id="rId3"/>
    <p:sldLayoutId id="2147483690" r:id="rId4"/>
    <p:sldLayoutId id="2147483691" r:id="rId5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b="1" u="sng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b="1" u="sng">
          <a:solidFill>
            <a:schemeClr val="tx2"/>
          </a:solidFill>
          <a:latin typeface="Times New Roman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b="1" u="sng">
          <a:solidFill>
            <a:schemeClr val="tx2"/>
          </a:solidFill>
          <a:latin typeface="Times New Roman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b="1" u="sng">
          <a:solidFill>
            <a:schemeClr val="tx2"/>
          </a:solidFill>
          <a:latin typeface="Times New Roman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b="1" u="sng">
          <a:solidFill>
            <a:schemeClr val="tx2"/>
          </a:solidFill>
          <a:latin typeface="Times New Roman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b="1" u="sng">
          <a:solidFill>
            <a:schemeClr val="tx2"/>
          </a:solidFill>
          <a:latin typeface="Times New Roman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b="1" u="sng">
          <a:solidFill>
            <a:schemeClr val="tx2"/>
          </a:solidFill>
          <a:latin typeface="Times New Roman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b="1" u="sng">
          <a:solidFill>
            <a:schemeClr val="tx2"/>
          </a:solidFill>
          <a:latin typeface="Times New Roman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b="1" u="sng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5.png"/><Relationship Id="rId4" Type="http://schemas.openxmlformats.org/officeDocument/2006/relationships/image" Target="../media/image4.emf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>
            <a:extLst>
              <a:ext uri="{FF2B5EF4-FFF2-40B4-BE49-F238E27FC236}">
                <a16:creationId xmlns:a16="http://schemas.microsoft.com/office/drawing/2014/main" id="{C58E723A-2014-4C05-88AD-5BC0FB2B3A42}"/>
              </a:ext>
            </a:extLst>
          </p:cNvPr>
          <p:cNvSpPr txBox="1"/>
          <p:nvPr/>
        </p:nvSpPr>
        <p:spPr>
          <a:xfrm>
            <a:off x="251520" y="1494935"/>
            <a:ext cx="8745831" cy="2846933"/>
          </a:xfrm>
          <a:prstGeom prst="rect">
            <a:avLst/>
          </a:prstGeom>
        </p:spPr>
        <p:txBody>
          <a:bodyPr wrap="square" rtlCol="0"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87461">
              <a:spcAft>
                <a:spcPts val="648"/>
              </a:spcAft>
            </a:pPr>
            <a:r>
              <a:rPr lang="en-US" sz="3500" b="1" i="1" dirty="0">
                <a:solidFill>
                  <a:srgbClr val="002060"/>
                </a:solidFill>
                <a:latin typeface="Verdana" pitchFamily="34" charset="0"/>
              </a:rPr>
              <a:t>PW1100G-JM, GTFA</a:t>
            </a:r>
          </a:p>
          <a:p>
            <a:pPr defTabSz="987461">
              <a:spcAft>
                <a:spcPts val="648"/>
              </a:spcAft>
            </a:pPr>
            <a:r>
              <a:rPr lang="en-US" sz="3500" b="1" i="1" dirty="0">
                <a:solidFill>
                  <a:srgbClr val="002060"/>
                </a:solidFill>
                <a:latin typeface="Verdana" pitchFamily="34" charset="0"/>
              </a:rPr>
              <a:t>Bolt protrusion at flange#2 interface</a:t>
            </a:r>
          </a:p>
          <a:p>
            <a:pPr>
              <a:spcAft>
                <a:spcPts val="648"/>
              </a:spcAft>
            </a:pPr>
            <a:endParaRPr lang="en-US" sz="2400" b="1" i="1" dirty="0">
              <a:solidFill>
                <a:srgbClr val="002060"/>
              </a:solidFill>
              <a:latin typeface="Verdana" pitchFamily="34" charset="0"/>
            </a:endParaRPr>
          </a:p>
          <a:p>
            <a:pPr>
              <a:spcAft>
                <a:spcPts val="648"/>
              </a:spcAft>
            </a:pPr>
            <a:r>
              <a:rPr lang="en-US" sz="3500" b="1" i="1" dirty="0">
                <a:solidFill>
                  <a:srgbClr val="002060"/>
                </a:solidFill>
                <a:latin typeface="Verdana" pitchFamily="34" charset="0"/>
              </a:rPr>
              <a:t>Stack-up</a:t>
            </a: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16A2DF42-2DF4-415D-B350-8E3407887864}"/>
              </a:ext>
            </a:extLst>
          </p:cNvPr>
          <p:cNvSpPr txBox="1"/>
          <p:nvPr/>
        </p:nvSpPr>
        <p:spPr>
          <a:xfrm>
            <a:off x="251520" y="4912293"/>
            <a:ext cx="2983386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48"/>
              </a:spcAft>
            </a:pPr>
            <a:r>
              <a:rPr lang="en-US" sz="2000" i="1" dirty="0">
                <a:solidFill>
                  <a:srgbClr val="002060"/>
                </a:solidFill>
                <a:latin typeface="Verdana" pitchFamily="34" charset="0"/>
              </a:rPr>
              <a:t>JAEC Design Team</a:t>
            </a:r>
          </a:p>
          <a:p>
            <a:pPr>
              <a:spcAft>
                <a:spcPts val="648"/>
              </a:spcAft>
            </a:pPr>
            <a:r>
              <a:rPr lang="en-US" sz="2000" i="1" dirty="0">
                <a:solidFill>
                  <a:srgbClr val="002060"/>
                </a:solidFill>
                <a:latin typeface="Verdana" pitchFamily="34" charset="0"/>
              </a:rPr>
              <a:t>Date: 02</a:t>
            </a:r>
            <a:r>
              <a:rPr lang="en-US" sz="2000" i="1" baseline="30000" dirty="0">
                <a:solidFill>
                  <a:srgbClr val="002060"/>
                </a:solidFill>
                <a:latin typeface="Verdana" pitchFamily="34" charset="0"/>
              </a:rPr>
              <a:t>nd</a:t>
            </a:r>
            <a:r>
              <a:rPr lang="en-US" sz="2000" i="1" dirty="0">
                <a:solidFill>
                  <a:srgbClr val="002060"/>
                </a:solidFill>
                <a:latin typeface="Verdana" pitchFamily="34" charset="0"/>
              </a:rPr>
              <a:t> Dec. 2025</a:t>
            </a:r>
          </a:p>
        </p:txBody>
      </p:sp>
    </p:spTree>
    <p:extLst>
      <p:ext uri="{BB962C8B-B14F-4D97-AF65-F5344CB8AC3E}">
        <p14:creationId xmlns:p14="http://schemas.microsoft.com/office/powerpoint/2010/main" val="10242119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234856" y="3720965"/>
            <a:ext cx="1172922" cy="136996"/>
          </a:xfrm>
          <a:prstGeom prst="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/>
          <p:cNvSpPr txBox="1"/>
          <p:nvPr/>
        </p:nvSpPr>
        <p:spPr>
          <a:xfrm>
            <a:off x="71437" y="194162"/>
            <a:ext cx="78217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1" u="sng" dirty="0">
                <a:latin typeface="Verdana" panose="020B0604030504040204" pitchFamily="34" charset="0"/>
                <a:ea typeface="Verdana" panose="020B0604030504040204" pitchFamily="34" charset="0"/>
              </a:rPr>
              <a:t>Bolt protrusion at Flange#2 interface</a:t>
            </a:r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7502775"/>
              </p:ext>
            </p:extLst>
          </p:nvPr>
        </p:nvGraphicFramePr>
        <p:xfrm>
          <a:off x="164674" y="1589175"/>
          <a:ext cx="5803871" cy="22687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5" name="Worksheet" r:id="rId3" imgW="7981926" imgH="3124100" progId="Excel.Sheet.12">
                  <p:embed/>
                </p:oleObj>
              </mc:Choice>
              <mc:Fallback>
                <p:oleObj name="Worksheet" r:id="rId3" imgW="7981926" imgH="3124100" progId="Excel.Sheet.12">
                  <p:embed/>
                  <p:pic>
                    <p:nvPicPr>
                      <p:cNvPr id="8" name="Object 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64674" y="1589175"/>
                        <a:ext cx="5803871" cy="2268786"/>
                      </a:xfrm>
                      <a:prstGeom prst="rect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5E123C4B-1D75-5BFB-BD98-E113D28CA7B7}"/>
              </a:ext>
            </a:extLst>
          </p:cNvPr>
          <p:cNvSpPr txBox="1"/>
          <p:nvPr/>
        </p:nvSpPr>
        <p:spPr>
          <a:xfrm>
            <a:off x="7893170" y="6451842"/>
            <a:ext cx="10180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Units: mm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AC083D6-4D3F-671A-7ECC-746C14D01CBD}"/>
              </a:ext>
            </a:extLst>
          </p:cNvPr>
          <p:cNvGrpSpPr/>
          <p:nvPr/>
        </p:nvGrpSpPr>
        <p:grpSpPr>
          <a:xfrm>
            <a:off x="6194249" y="1613391"/>
            <a:ext cx="2785077" cy="2544778"/>
            <a:chOff x="5934974" y="1716908"/>
            <a:chExt cx="2785077" cy="2544778"/>
          </a:xfrm>
        </p:grpSpPr>
        <p:sp>
          <p:nvSpPr>
            <p:cNvPr id="10" name="TextBox 9"/>
            <p:cNvSpPr txBox="1"/>
            <p:nvPr/>
          </p:nvSpPr>
          <p:spPr>
            <a:xfrm>
              <a:off x="5934974" y="3984687"/>
              <a:ext cx="268292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i="1" u="sng" dirty="0">
                  <a:solidFill>
                    <a:srgbClr val="0070C0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X-sect at the Flange-2 interface</a:t>
              </a:r>
            </a:p>
          </p:txBody>
        </p:sp>
        <p:sp>
          <p:nvSpPr>
            <p:cNvPr id="3" name="Rectangle 2"/>
            <p:cNvSpPr/>
            <p:nvPr/>
          </p:nvSpPr>
          <p:spPr>
            <a:xfrm>
              <a:off x="7539644" y="1716908"/>
              <a:ext cx="1180407" cy="5940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4883E583-5F2F-3123-A686-3DD38C4D73A1}"/>
                </a:ext>
              </a:extLst>
            </p:cNvPr>
            <p:cNvSpPr/>
            <p:nvPr/>
          </p:nvSpPr>
          <p:spPr>
            <a:xfrm>
              <a:off x="6388684" y="2525794"/>
              <a:ext cx="728108" cy="26741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7A607FFF-A39D-D559-3CEE-9EB5AAC6A860}"/>
                </a:ext>
              </a:extLst>
            </p:cNvPr>
            <p:cNvCxnSpPr/>
            <p:nvPr/>
          </p:nvCxnSpPr>
          <p:spPr>
            <a:xfrm flipV="1">
              <a:off x="6935637" y="2319565"/>
              <a:ext cx="0" cy="490901"/>
            </a:xfrm>
            <a:prstGeom prst="line">
              <a:avLst/>
            </a:prstGeom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0DCA4D27-58F7-60F2-123D-C94EC2F97C8D}"/>
                </a:ext>
              </a:extLst>
            </p:cNvPr>
            <p:cNvCxnSpPr/>
            <p:nvPr/>
          </p:nvCxnSpPr>
          <p:spPr>
            <a:xfrm flipV="1">
              <a:off x="7062157" y="2308063"/>
              <a:ext cx="0" cy="490901"/>
            </a:xfrm>
            <a:prstGeom prst="line">
              <a:avLst/>
            </a:prstGeom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DCB9DFBA-4C60-78C8-B6F5-FC2516A762B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0833" r="51474"/>
          <a:stretch>
            <a:fillRect/>
          </a:stretch>
        </p:blipFill>
        <p:spPr>
          <a:xfrm>
            <a:off x="6267861" y="1285546"/>
            <a:ext cx="2337916" cy="2534885"/>
          </a:xfrm>
          <a:prstGeom prst="rect">
            <a:avLst/>
          </a:prstGeom>
        </p:spPr>
      </p:pic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27F54B81-BD1C-F6D6-478A-6FE10628BF6C}"/>
              </a:ext>
            </a:extLst>
          </p:cNvPr>
          <p:cNvSpPr/>
          <p:nvPr/>
        </p:nvSpPr>
        <p:spPr>
          <a:xfrm>
            <a:off x="6142478" y="2294626"/>
            <a:ext cx="146661" cy="517585"/>
          </a:xfrm>
          <a:custGeom>
            <a:avLst/>
            <a:gdLst>
              <a:gd name="connsiteX0" fmla="*/ 146661 w 146661"/>
              <a:gd name="connsiteY0" fmla="*/ 0 h 517585"/>
              <a:gd name="connsiteX1" fmla="*/ 12 w 146661"/>
              <a:gd name="connsiteY1" fmla="*/ 319178 h 517585"/>
              <a:gd name="connsiteX2" fmla="*/ 138035 w 146661"/>
              <a:gd name="connsiteY2" fmla="*/ 517585 h 5175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6661" h="517585">
                <a:moveTo>
                  <a:pt x="146661" y="0"/>
                </a:moveTo>
                <a:cubicBezTo>
                  <a:pt x="74055" y="116457"/>
                  <a:pt x="1450" y="232914"/>
                  <a:pt x="12" y="319178"/>
                </a:cubicBezTo>
                <a:cubicBezTo>
                  <a:pt x="-1426" y="405442"/>
                  <a:pt x="117907" y="470140"/>
                  <a:pt x="138035" y="517585"/>
                </a:cubicBezTo>
              </a:path>
            </a:pathLst>
          </a:cu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D7C434BC-A141-AADC-72BA-E8C018AA8002}"/>
              </a:ext>
            </a:extLst>
          </p:cNvPr>
          <p:cNvSpPr/>
          <p:nvPr/>
        </p:nvSpPr>
        <p:spPr>
          <a:xfrm>
            <a:off x="8476362" y="2461498"/>
            <a:ext cx="146661" cy="517585"/>
          </a:xfrm>
          <a:custGeom>
            <a:avLst/>
            <a:gdLst>
              <a:gd name="connsiteX0" fmla="*/ 146661 w 146661"/>
              <a:gd name="connsiteY0" fmla="*/ 0 h 517585"/>
              <a:gd name="connsiteX1" fmla="*/ 12 w 146661"/>
              <a:gd name="connsiteY1" fmla="*/ 319178 h 517585"/>
              <a:gd name="connsiteX2" fmla="*/ 138035 w 146661"/>
              <a:gd name="connsiteY2" fmla="*/ 517585 h 5175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6661" h="517585">
                <a:moveTo>
                  <a:pt x="146661" y="0"/>
                </a:moveTo>
                <a:cubicBezTo>
                  <a:pt x="74055" y="116457"/>
                  <a:pt x="1450" y="232914"/>
                  <a:pt x="12" y="319178"/>
                </a:cubicBezTo>
                <a:cubicBezTo>
                  <a:pt x="-1426" y="405442"/>
                  <a:pt x="117907" y="470140"/>
                  <a:pt x="138035" y="517585"/>
                </a:cubicBezTo>
              </a:path>
            </a:pathLst>
          </a:cu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B44226A-2F87-A346-4EEB-EDFAA13CB3F2}"/>
              </a:ext>
            </a:extLst>
          </p:cNvPr>
          <p:cNvCxnSpPr/>
          <p:nvPr/>
        </p:nvCxnSpPr>
        <p:spPr>
          <a:xfrm flipV="1">
            <a:off x="6358150" y="1173192"/>
            <a:ext cx="0" cy="595223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C66BA1C-6510-04D2-9527-2620669E24E2}"/>
              </a:ext>
            </a:extLst>
          </p:cNvPr>
          <p:cNvCxnSpPr/>
          <p:nvPr/>
        </p:nvCxnSpPr>
        <p:spPr>
          <a:xfrm flipV="1">
            <a:off x="6536429" y="1161690"/>
            <a:ext cx="0" cy="595223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0311424-D0F7-8FE5-90C6-39E26565D656}"/>
              </a:ext>
            </a:extLst>
          </p:cNvPr>
          <p:cNvCxnSpPr/>
          <p:nvPr/>
        </p:nvCxnSpPr>
        <p:spPr>
          <a:xfrm>
            <a:off x="5952710" y="1274044"/>
            <a:ext cx="41406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09F0B6A-E59F-3AAB-3D0B-5EF7453C8C02}"/>
              </a:ext>
            </a:extLst>
          </p:cNvPr>
          <p:cNvCxnSpPr>
            <a:cxnSpLocks/>
          </p:cNvCxnSpPr>
          <p:nvPr/>
        </p:nvCxnSpPr>
        <p:spPr>
          <a:xfrm flipH="1">
            <a:off x="6536429" y="1274044"/>
            <a:ext cx="253042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C90B942F-FAC9-EF87-EBF5-526D33C23289}"/>
              </a:ext>
            </a:extLst>
          </p:cNvPr>
          <p:cNvSpPr txBox="1"/>
          <p:nvPr/>
        </p:nvSpPr>
        <p:spPr>
          <a:xfrm>
            <a:off x="4884160" y="1121886"/>
            <a:ext cx="124199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i="1" dirty="0">
                <a:latin typeface="Verdana" panose="020B0604030504040204" pitchFamily="34" charset="0"/>
                <a:ea typeface="Verdana" panose="020B0604030504040204" pitchFamily="34" charset="0"/>
              </a:rPr>
              <a:t>Bolt protrusion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159E4A2-133A-EC22-E6AB-BE18B04FEAD2}"/>
              </a:ext>
            </a:extLst>
          </p:cNvPr>
          <p:cNvCxnSpPr>
            <a:cxnSpLocks/>
          </p:cNvCxnSpPr>
          <p:nvPr/>
        </p:nvCxnSpPr>
        <p:spPr>
          <a:xfrm flipH="1">
            <a:off x="6593325" y="2422277"/>
            <a:ext cx="293753" cy="753370"/>
          </a:xfrm>
          <a:prstGeom prst="straightConnector1">
            <a:avLst/>
          </a:prstGeom>
          <a:ln>
            <a:solidFill>
              <a:srgbClr val="0000FF"/>
            </a:solidFill>
            <a:headEnd type="oval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9F1401D6-CFEB-53C6-7FB1-A8C08F5C4CCC}"/>
              </a:ext>
            </a:extLst>
          </p:cNvPr>
          <p:cNvSpPr txBox="1"/>
          <p:nvPr/>
        </p:nvSpPr>
        <p:spPr>
          <a:xfrm>
            <a:off x="6200482" y="3149206"/>
            <a:ext cx="924938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000" i="1" dirty="0">
                <a:solidFill>
                  <a:srgbClr val="0000FF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Front case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27C2C8D-5211-932A-84ED-9773E70C849A}"/>
              </a:ext>
            </a:extLst>
          </p:cNvPr>
          <p:cNvCxnSpPr>
            <a:cxnSpLocks/>
          </p:cNvCxnSpPr>
          <p:nvPr/>
        </p:nvCxnSpPr>
        <p:spPr>
          <a:xfrm>
            <a:off x="7402324" y="2767450"/>
            <a:ext cx="286437" cy="706666"/>
          </a:xfrm>
          <a:prstGeom prst="straightConnector1">
            <a:avLst/>
          </a:prstGeom>
          <a:ln>
            <a:solidFill>
              <a:srgbClr val="0000FF"/>
            </a:solidFill>
            <a:headEnd type="oval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F2EC5336-E20A-5C43-907E-95C503686D23}"/>
              </a:ext>
            </a:extLst>
          </p:cNvPr>
          <p:cNvSpPr txBox="1"/>
          <p:nvPr/>
        </p:nvSpPr>
        <p:spPr>
          <a:xfrm>
            <a:off x="7357357" y="3401052"/>
            <a:ext cx="692387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000" i="1" dirty="0">
                <a:solidFill>
                  <a:srgbClr val="0000FF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R1OAS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881D0F52-6900-5649-3751-560A9334B348}"/>
              </a:ext>
            </a:extLst>
          </p:cNvPr>
          <p:cNvCxnSpPr>
            <a:cxnSpLocks/>
          </p:cNvCxnSpPr>
          <p:nvPr/>
        </p:nvCxnSpPr>
        <p:spPr>
          <a:xfrm flipV="1">
            <a:off x="7917570" y="1910406"/>
            <a:ext cx="308145" cy="602834"/>
          </a:xfrm>
          <a:prstGeom prst="straightConnector1">
            <a:avLst/>
          </a:prstGeom>
          <a:ln>
            <a:solidFill>
              <a:srgbClr val="0000FF"/>
            </a:solidFill>
            <a:headEnd type="oval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8803F216-8498-5AE2-023B-98648A853148}"/>
              </a:ext>
            </a:extLst>
          </p:cNvPr>
          <p:cNvSpPr txBox="1"/>
          <p:nvPr/>
        </p:nvSpPr>
        <p:spPr>
          <a:xfrm>
            <a:off x="7996099" y="1808085"/>
            <a:ext cx="881070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000" i="1" dirty="0">
                <a:solidFill>
                  <a:srgbClr val="0000FF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Rearcase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59967895-3F8B-2D92-66CF-33C0A0814855}"/>
              </a:ext>
            </a:extLst>
          </p:cNvPr>
          <p:cNvCxnSpPr>
            <a:cxnSpLocks/>
          </p:cNvCxnSpPr>
          <p:nvPr/>
        </p:nvCxnSpPr>
        <p:spPr>
          <a:xfrm flipV="1">
            <a:off x="7665168" y="1490442"/>
            <a:ext cx="312030" cy="287246"/>
          </a:xfrm>
          <a:prstGeom prst="straightConnector1">
            <a:avLst/>
          </a:prstGeom>
          <a:ln>
            <a:solidFill>
              <a:srgbClr val="0000FF"/>
            </a:solidFill>
            <a:headEnd type="oval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3B321892-F4A0-7638-4D7A-51B51BB1A769}"/>
              </a:ext>
            </a:extLst>
          </p:cNvPr>
          <p:cNvSpPr txBox="1"/>
          <p:nvPr/>
        </p:nvSpPr>
        <p:spPr>
          <a:xfrm>
            <a:off x="7800694" y="1379424"/>
            <a:ext cx="588428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000" i="1" dirty="0">
                <a:solidFill>
                  <a:srgbClr val="0000FF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Bolt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D0B6B239-5DE0-442D-DAA0-5C688539B13A}"/>
              </a:ext>
            </a:extLst>
          </p:cNvPr>
          <p:cNvCxnSpPr>
            <a:cxnSpLocks/>
          </p:cNvCxnSpPr>
          <p:nvPr/>
        </p:nvCxnSpPr>
        <p:spPr>
          <a:xfrm flipH="1">
            <a:off x="6446031" y="2034472"/>
            <a:ext cx="165296" cy="208184"/>
          </a:xfrm>
          <a:prstGeom prst="straightConnector1">
            <a:avLst/>
          </a:prstGeom>
          <a:ln>
            <a:solidFill>
              <a:srgbClr val="0000FF"/>
            </a:solidFill>
            <a:headEnd type="oval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C61C2FCF-F095-0E0A-1DEF-6766A6A72ACB}"/>
              </a:ext>
            </a:extLst>
          </p:cNvPr>
          <p:cNvSpPr txBox="1"/>
          <p:nvPr/>
        </p:nvSpPr>
        <p:spPr>
          <a:xfrm>
            <a:off x="6047020" y="2172919"/>
            <a:ext cx="588428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000" i="1" dirty="0">
                <a:solidFill>
                  <a:srgbClr val="0000FF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Nut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874D1EF4-A34B-85E5-2710-263DF11535EA}"/>
              </a:ext>
            </a:extLst>
          </p:cNvPr>
          <p:cNvCxnSpPr>
            <a:cxnSpLocks/>
          </p:cNvCxnSpPr>
          <p:nvPr/>
        </p:nvCxnSpPr>
        <p:spPr>
          <a:xfrm flipV="1">
            <a:off x="6910046" y="1285546"/>
            <a:ext cx="246091" cy="362896"/>
          </a:xfrm>
          <a:prstGeom prst="straightConnector1">
            <a:avLst/>
          </a:prstGeom>
          <a:ln>
            <a:solidFill>
              <a:srgbClr val="0000FF"/>
            </a:solidFill>
            <a:headEnd type="oval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00AB549C-9D58-E1FF-5770-05328F1F1232}"/>
              </a:ext>
            </a:extLst>
          </p:cNvPr>
          <p:cNvCxnSpPr>
            <a:cxnSpLocks/>
          </p:cNvCxnSpPr>
          <p:nvPr/>
        </p:nvCxnSpPr>
        <p:spPr>
          <a:xfrm flipH="1" flipV="1">
            <a:off x="7111505" y="1274044"/>
            <a:ext cx="425412" cy="413639"/>
          </a:xfrm>
          <a:prstGeom prst="straightConnector1">
            <a:avLst/>
          </a:prstGeom>
          <a:ln>
            <a:solidFill>
              <a:srgbClr val="0000FF"/>
            </a:solidFill>
            <a:headEnd type="oval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68CAD001-6459-6A24-397E-EDA61E8C8F19}"/>
              </a:ext>
            </a:extLst>
          </p:cNvPr>
          <p:cNvSpPr txBox="1"/>
          <p:nvPr/>
        </p:nvSpPr>
        <p:spPr>
          <a:xfrm>
            <a:off x="6944776" y="1082437"/>
            <a:ext cx="948389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000" i="1" dirty="0">
                <a:solidFill>
                  <a:srgbClr val="0000FF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Washer</a:t>
            </a:r>
          </a:p>
        </p:txBody>
      </p:sp>
    </p:spTree>
    <p:extLst>
      <p:ext uri="{BB962C8B-B14F-4D97-AF65-F5344CB8AC3E}">
        <p14:creationId xmlns:p14="http://schemas.microsoft.com/office/powerpoint/2010/main" val="26768381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CA4901A-D28F-40F4-A533-7C7740C3AACB}"/>
              </a:ext>
            </a:extLst>
          </p:cNvPr>
          <p:cNvSpPr txBox="1"/>
          <p:nvPr/>
        </p:nvSpPr>
        <p:spPr>
          <a:xfrm>
            <a:off x="179512" y="3167390"/>
            <a:ext cx="33123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800" b="1" i="1" u="sng" dirty="0">
                <a:solidFill>
                  <a:srgbClr val="002060"/>
                </a:solidFill>
                <a:latin typeface="Verdana" pitchFamily="34" charset="0"/>
                <a:ea typeface="Verdana" pitchFamily="34" charset="0"/>
              </a:rPr>
              <a:t>Back-up slides</a:t>
            </a:r>
          </a:p>
        </p:txBody>
      </p:sp>
    </p:spTree>
    <p:extLst>
      <p:ext uri="{BB962C8B-B14F-4D97-AF65-F5344CB8AC3E}">
        <p14:creationId xmlns:p14="http://schemas.microsoft.com/office/powerpoint/2010/main" val="8207031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BB0157C-6182-9C5B-FE5F-6F2F430D9660}"/>
              </a:ext>
            </a:extLst>
          </p:cNvPr>
          <p:cNvSpPr>
            <a:spLocks noGrp="1"/>
          </p:cNvSpPr>
          <p:nvPr>
            <p:ph sz="quarter" idx="4294967295"/>
          </p:nvPr>
        </p:nvSpPr>
        <p:spPr>
          <a:xfrm>
            <a:off x="0" y="115888"/>
            <a:ext cx="7488238" cy="5048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Drawing dimensions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EB3707C-661C-BE0E-0B96-7B186E9D57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7503" y="681820"/>
            <a:ext cx="4242669" cy="238324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D61A4AD-55B8-7AE9-4D59-EDDAADFA23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9856" y="681820"/>
            <a:ext cx="3778739" cy="238324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06FF9E9-6953-0356-7ED9-40895909C0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503" y="3484988"/>
            <a:ext cx="4242669" cy="261539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0046BEE-C1C1-5E5F-36CC-D6ADDBE1453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45221" y="3750189"/>
            <a:ext cx="1898140" cy="217635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F1EC20D-2C6C-9386-A163-011EE0CA4CC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43361" y="4062527"/>
            <a:ext cx="2575128" cy="132774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A67B5E2C-8B95-585A-D3F2-F8E9A5AEBCB8}"/>
              </a:ext>
            </a:extLst>
          </p:cNvPr>
          <p:cNvSpPr/>
          <p:nvPr/>
        </p:nvSpPr>
        <p:spPr>
          <a:xfrm>
            <a:off x="4645221" y="4824413"/>
            <a:ext cx="1898140" cy="13335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AE2AE9B-056A-BC10-5633-6A614A4BA44C}"/>
              </a:ext>
            </a:extLst>
          </p:cNvPr>
          <p:cNvSpPr/>
          <p:nvPr/>
        </p:nvSpPr>
        <p:spPr>
          <a:xfrm>
            <a:off x="5889341" y="3788957"/>
            <a:ext cx="654020" cy="116880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7C995B4-BC15-AB9D-5E96-CAED5B25042B}"/>
              </a:ext>
            </a:extLst>
          </p:cNvPr>
          <p:cNvSpPr/>
          <p:nvPr/>
        </p:nvSpPr>
        <p:spPr>
          <a:xfrm>
            <a:off x="279352" y="3469488"/>
            <a:ext cx="499839" cy="13335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710C653-80BD-19B1-C94E-2ABB0DAF89CA}"/>
              </a:ext>
            </a:extLst>
          </p:cNvPr>
          <p:cNvSpPr/>
          <p:nvPr/>
        </p:nvSpPr>
        <p:spPr>
          <a:xfrm>
            <a:off x="2332441" y="1613499"/>
            <a:ext cx="499839" cy="13335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FC49BCE-4817-5894-BD8E-806D92583DBE}"/>
              </a:ext>
            </a:extLst>
          </p:cNvPr>
          <p:cNvSpPr/>
          <p:nvPr/>
        </p:nvSpPr>
        <p:spPr>
          <a:xfrm>
            <a:off x="5464717" y="1522794"/>
            <a:ext cx="549823" cy="13335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7B49DFC-3E3D-BCB5-CA3D-E0A35C45B0CF}"/>
              </a:ext>
            </a:extLst>
          </p:cNvPr>
          <p:cNvSpPr/>
          <p:nvPr/>
        </p:nvSpPr>
        <p:spPr>
          <a:xfrm>
            <a:off x="8034831" y="5099882"/>
            <a:ext cx="159263" cy="13335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4FD8666-E9D6-5480-C762-3ABF3B290824}"/>
              </a:ext>
            </a:extLst>
          </p:cNvPr>
          <p:cNvSpPr txBox="1"/>
          <p:nvPr/>
        </p:nvSpPr>
        <p:spPr>
          <a:xfrm>
            <a:off x="6135763" y="6100382"/>
            <a:ext cx="81519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i="1" u="sng" dirty="0">
                <a:solidFill>
                  <a:srgbClr val="0070C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AS2159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A738DBC-C8C5-2894-4B00-9AFCEFB02BCB}"/>
              </a:ext>
            </a:extLst>
          </p:cNvPr>
          <p:cNvSpPr txBox="1"/>
          <p:nvPr/>
        </p:nvSpPr>
        <p:spPr>
          <a:xfrm>
            <a:off x="1821238" y="6207965"/>
            <a:ext cx="118699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i="1" u="sng" dirty="0">
                <a:solidFill>
                  <a:srgbClr val="0070C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5377631-01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645317B-B9A4-8A37-2C4C-7E732DBA3A10}"/>
              </a:ext>
            </a:extLst>
          </p:cNvPr>
          <p:cNvSpPr txBox="1"/>
          <p:nvPr/>
        </p:nvSpPr>
        <p:spPr>
          <a:xfrm>
            <a:off x="1645281" y="2987699"/>
            <a:ext cx="118699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i="1" u="sng" dirty="0">
                <a:solidFill>
                  <a:srgbClr val="0070C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5377630-01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9C6FEC5-9A3C-6230-F098-F88F1ECF04D4}"/>
              </a:ext>
            </a:extLst>
          </p:cNvPr>
          <p:cNvSpPr txBox="1"/>
          <p:nvPr/>
        </p:nvSpPr>
        <p:spPr>
          <a:xfrm>
            <a:off x="5763961" y="3092247"/>
            <a:ext cx="97327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i="1" u="sng" dirty="0">
                <a:solidFill>
                  <a:srgbClr val="0070C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5377632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9462C9-8755-BD47-7975-5A00F91E7BF0}"/>
              </a:ext>
            </a:extLst>
          </p:cNvPr>
          <p:cNvSpPr txBox="1"/>
          <p:nvPr/>
        </p:nvSpPr>
        <p:spPr>
          <a:xfrm>
            <a:off x="2116284" y="1537812"/>
            <a:ext cx="187193" cy="253916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sz="1050" dirty="0">
                <a:latin typeface="Verdana" panose="020B0604030504040204" pitchFamily="34" charset="0"/>
                <a:ea typeface="Verdana" panose="020B0604030504040204" pitchFamily="34" charset="0"/>
              </a:rPr>
              <a:t>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989A8D-9C08-9BB1-DB0F-5F4A8ED39B31}"/>
              </a:ext>
            </a:extLst>
          </p:cNvPr>
          <p:cNvSpPr txBox="1"/>
          <p:nvPr/>
        </p:nvSpPr>
        <p:spPr>
          <a:xfrm>
            <a:off x="5236390" y="1462511"/>
            <a:ext cx="187193" cy="253916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sz="1050" dirty="0">
                <a:latin typeface="Verdana" panose="020B0604030504040204" pitchFamily="34" charset="0"/>
                <a:ea typeface="Verdana" panose="020B0604030504040204" pitchFamily="34" charset="0"/>
              </a:rPr>
              <a:t>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EF44AA-5C00-E4E3-2867-2C11A98AFE4A}"/>
              </a:ext>
            </a:extLst>
          </p:cNvPr>
          <p:cNvSpPr txBox="1"/>
          <p:nvPr/>
        </p:nvSpPr>
        <p:spPr>
          <a:xfrm>
            <a:off x="795305" y="3429000"/>
            <a:ext cx="187193" cy="253916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sz="1050" dirty="0">
                <a:latin typeface="Verdana" panose="020B0604030504040204" pitchFamily="34" charset="0"/>
                <a:ea typeface="Verdana" panose="020B0604030504040204" pitchFamily="34" charset="0"/>
              </a:rPr>
              <a:t>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D4FB4E-C4AA-BB15-2041-CFEFEFBB014C}"/>
              </a:ext>
            </a:extLst>
          </p:cNvPr>
          <p:cNvSpPr txBox="1"/>
          <p:nvPr/>
        </p:nvSpPr>
        <p:spPr>
          <a:xfrm>
            <a:off x="7530860" y="5039599"/>
            <a:ext cx="470385" cy="253916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sz="1050" dirty="0">
                <a:latin typeface="Verdana" panose="020B0604030504040204" pitchFamily="34" charset="0"/>
                <a:ea typeface="Verdana" panose="020B0604030504040204" pitchFamily="34" charset="0"/>
              </a:rPr>
              <a:t>4&amp;5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7A3961-987C-1628-1F2E-AC79C0380467}"/>
              </a:ext>
            </a:extLst>
          </p:cNvPr>
          <p:cNvSpPr txBox="1"/>
          <p:nvPr/>
        </p:nvSpPr>
        <p:spPr>
          <a:xfrm>
            <a:off x="7893170" y="6451842"/>
            <a:ext cx="10180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Units: mm</a:t>
            </a:r>
          </a:p>
        </p:txBody>
      </p:sp>
    </p:spTree>
    <p:extLst>
      <p:ext uri="{BB962C8B-B14F-4D97-AF65-F5344CB8AC3E}">
        <p14:creationId xmlns:p14="http://schemas.microsoft.com/office/powerpoint/2010/main" val="31741846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roup 34">
            <a:extLst>
              <a:ext uri="{FF2B5EF4-FFF2-40B4-BE49-F238E27FC236}">
                <a16:creationId xmlns:a16="http://schemas.microsoft.com/office/drawing/2014/main" id="{D4467757-1199-C9CA-C178-84A8344D9E6F}"/>
              </a:ext>
            </a:extLst>
          </p:cNvPr>
          <p:cNvGrpSpPr/>
          <p:nvPr/>
        </p:nvGrpSpPr>
        <p:grpSpPr>
          <a:xfrm>
            <a:off x="646848" y="2286084"/>
            <a:ext cx="2413586" cy="1140299"/>
            <a:chOff x="1832308" y="1390260"/>
            <a:chExt cx="2413586" cy="1140299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4F1F70F4-2774-D3C8-A972-0D02C061269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32308" y="1390260"/>
              <a:ext cx="2413586" cy="1140299"/>
            </a:xfrm>
            <a:prstGeom prst="rect">
              <a:avLst/>
            </a:prstGeom>
          </p:spPr>
        </p:pic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D2AAA2CE-C36C-9588-811E-B2BF4DC97861}"/>
                </a:ext>
              </a:extLst>
            </p:cNvPr>
            <p:cNvSpPr/>
            <p:nvPr/>
          </p:nvSpPr>
          <p:spPr>
            <a:xfrm>
              <a:off x="1832308" y="1860091"/>
              <a:ext cx="2413586" cy="175202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8973B89-4BDD-EE03-C11D-F6BAF12CD069}"/>
              </a:ext>
            </a:extLst>
          </p:cNvPr>
          <p:cNvSpPr>
            <a:spLocks noGrp="1"/>
          </p:cNvSpPr>
          <p:nvPr>
            <p:ph sz="quarter" idx="4294967295"/>
          </p:nvPr>
        </p:nvSpPr>
        <p:spPr>
          <a:xfrm>
            <a:off x="0" y="115888"/>
            <a:ext cx="7488238" cy="5048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Drawing dimensions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B90C128-FFAD-A797-4783-836E5162D721}"/>
              </a:ext>
            </a:extLst>
          </p:cNvPr>
          <p:cNvGrpSpPr/>
          <p:nvPr/>
        </p:nvGrpSpPr>
        <p:grpSpPr>
          <a:xfrm>
            <a:off x="2937224" y="5297189"/>
            <a:ext cx="3717078" cy="865382"/>
            <a:chOff x="3648972" y="4294441"/>
            <a:chExt cx="4497664" cy="1047112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1D7E1BF5-CD6D-A241-F920-D66DFD0F04F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648973" y="4294441"/>
              <a:ext cx="4497663" cy="104711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8895E2E-D52A-F4B1-7079-F3EC79550985}"/>
                </a:ext>
              </a:extLst>
            </p:cNvPr>
            <p:cNvSpPr/>
            <p:nvPr/>
          </p:nvSpPr>
          <p:spPr>
            <a:xfrm>
              <a:off x="3648972" y="4893713"/>
              <a:ext cx="4497663" cy="163960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EC0E5D3F-4A19-8E00-E47B-F33A3908AE6D}"/>
                </a:ext>
              </a:extLst>
            </p:cNvPr>
            <p:cNvSpPr/>
            <p:nvPr/>
          </p:nvSpPr>
          <p:spPr>
            <a:xfrm>
              <a:off x="4746055" y="4356345"/>
              <a:ext cx="718045" cy="701328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6B6BB68C-75E0-2D88-7566-0C14A028AB1C}"/>
              </a:ext>
            </a:extLst>
          </p:cNvPr>
          <p:cNvSpPr txBox="1"/>
          <p:nvPr/>
        </p:nvSpPr>
        <p:spPr>
          <a:xfrm>
            <a:off x="3948060" y="6226534"/>
            <a:ext cx="81519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i="1" u="sng" dirty="0">
                <a:solidFill>
                  <a:srgbClr val="0070C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AS3580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326C5C4-C6C7-B6DC-6899-56A809AF6EE0}"/>
              </a:ext>
            </a:extLst>
          </p:cNvPr>
          <p:cNvSpPr txBox="1"/>
          <p:nvPr/>
        </p:nvSpPr>
        <p:spPr>
          <a:xfrm>
            <a:off x="682939" y="3400948"/>
            <a:ext cx="220186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i="1" u="sng" dirty="0">
                <a:solidFill>
                  <a:srgbClr val="0070C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ST2785/ST2780(optional)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B3CD2118-64A7-17DB-1D63-270B3E09C348}"/>
              </a:ext>
            </a:extLst>
          </p:cNvPr>
          <p:cNvGrpSpPr/>
          <p:nvPr/>
        </p:nvGrpSpPr>
        <p:grpSpPr>
          <a:xfrm>
            <a:off x="215139" y="3840008"/>
            <a:ext cx="2484738" cy="2697002"/>
            <a:chOff x="269203" y="3709359"/>
            <a:chExt cx="2484738" cy="2697002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8981A311-2EB7-AE91-2C18-2D7E1E3D6FC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69203" y="3709359"/>
              <a:ext cx="2484738" cy="2697002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26FC680C-E53F-F6BB-0708-ED5F78CB417A}"/>
                </a:ext>
              </a:extLst>
            </p:cNvPr>
            <p:cNvSpPr/>
            <p:nvPr/>
          </p:nvSpPr>
          <p:spPr>
            <a:xfrm>
              <a:off x="1638001" y="4061268"/>
              <a:ext cx="249403" cy="229471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BAC177E9-70E7-8BD2-49BE-5D0A3012196F}"/>
              </a:ext>
            </a:extLst>
          </p:cNvPr>
          <p:cNvSpPr txBox="1"/>
          <p:nvPr/>
        </p:nvSpPr>
        <p:spPr>
          <a:xfrm>
            <a:off x="4355658" y="4385972"/>
            <a:ext cx="33254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i="1" u="sng" dirty="0">
                <a:solidFill>
                  <a:srgbClr val="0070C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CICR_CI-CICR-SDCI-P30-JB-PH-02-FR-E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3095DAB2-2FD7-2063-4987-BC49BC6BE2D1}"/>
              </a:ext>
            </a:extLst>
          </p:cNvPr>
          <p:cNvGrpSpPr/>
          <p:nvPr/>
        </p:nvGrpSpPr>
        <p:grpSpPr>
          <a:xfrm>
            <a:off x="3727021" y="1043877"/>
            <a:ext cx="4451744" cy="3332726"/>
            <a:chOff x="3422868" y="902452"/>
            <a:chExt cx="4896918" cy="3665999"/>
          </a:xfrm>
        </p:grpSpPr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BAC4B49B-FEDE-9504-1EA3-071121964FA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422868" y="902452"/>
              <a:ext cx="4896918" cy="3665999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</p:pic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B8073F0D-BA43-5E9D-FAAB-7C486F7796E2}"/>
                </a:ext>
              </a:extLst>
            </p:cNvPr>
            <p:cNvGrpSpPr/>
            <p:nvPr/>
          </p:nvGrpSpPr>
          <p:grpSpPr>
            <a:xfrm>
              <a:off x="6344456" y="1875303"/>
              <a:ext cx="1975330" cy="1553697"/>
              <a:chOff x="6344456" y="1875303"/>
              <a:chExt cx="1975330" cy="1553697"/>
            </a:xfrm>
          </p:grpSpPr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1C9A9939-064E-050B-F1EC-214400623DFA}"/>
                  </a:ext>
                </a:extLst>
              </p:cNvPr>
              <p:cNvSpPr/>
              <p:nvPr/>
            </p:nvSpPr>
            <p:spPr>
              <a:xfrm>
                <a:off x="6891841" y="1875303"/>
                <a:ext cx="880559" cy="246795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81074026-AD66-BD66-81F0-B20A0BFB3557}"/>
                  </a:ext>
                </a:extLst>
              </p:cNvPr>
              <p:cNvSpPr/>
              <p:nvPr/>
            </p:nvSpPr>
            <p:spPr>
              <a:xfrm>
                <a:off x="6344456" y="2122098"/>
                <a:ext cx="794638" cy="246795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E2208F84-0162-2606-59A1-AD44ED474611}"/>
                  </a:ext>
                </a:extLst>
              </p:cNvPr>
              <p:cNvSpPr/>
              <p:nvPr/>
            </p:nvSpPr>
            <p:spPr>
              <a:xfrm>
                <a:off x="7332120" y="3245645"/>
                <a:ext cx="987666" cy="183355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8AE697AB-20B2-6610-6BA1-BEFE4A2DA0FF}"/>
              </a:ext>
            </a:extLst>
          </p:cNvPr>
          <p:cNvSpPr txBox="1"/>
          <p:nvPr/>
        </p:nvSpPr>
        <p:spPr>
          <a:xfrm>
            <a:off x="2723843" y="5733249"/>
            <a:ext cx="187193" cy="253916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sz="1050" dirty="0">
                <a:latin typeface="Verdana" panose="020B0604030504040204" pitchFamily="34" charset="0"/>
                <a:ea typeface="Verdana" panose="020B0604030504040204" pitchFamily="34" charset="0"/>
              </a:rPr>
              <a:t>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290298-B8E6-C8FF-849A-CC0B7411B6A4}"/>
              </a:ext>
            </a:extLst>
          </p:cNvPr>
          <p:cNvSpPr txBox="1"/>
          <p:nvPr/>
        </p:nvSpPr>
        <p:spPr>
          <a:xfrm>
            <a:off x="1596678" y="1800251"/>
            <a:ext cx="187193" cy="253916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sz="1050" dirty="0">
                <a:latin typeface="Verdana" panose="020B0604030504040204" pitchFamily="34" charset="0"/>
                <a:ea typeface="Verdana" panose="020B0604030504040204" pitchFamily="34" charset="0"/>
              </a:rPr>
              <a:t>7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D3CE59-1021-FB3F-C8D2-F34FBCBD879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27336"/>
          <a:stretch>
            <a:fillRect/>
          </a:stretch>
        </p:blipFill>
        <p:spPr>
          <a:xfrm>
            <a:off x="6745000" y="4907474"/>
            <a:ext cx="2035573" cy="1089362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99508A7-0D4D-5498-8FB7-33A22B823406}"/>
              </a:ext>
            </a:extLst>
          </p:cNvPr>
          <p:cNvSpPr/>
          <p:nvPr/>
        </p:nvSpPr>
        <p:spPr>
          <a:xfrm>
            <a:off x="7285637" y="4969057"/>
            <a:ext cx="317041" cy="14472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FB88A0D-5CAC-A606-CB94-E23A4459F5AC}"/>
              </a:ext>
            </a:extLst>
          </p:cNvPr>
          <p:cNvSpPr txBox="1"/>
          <p:nvPr/>
        </p:nvSpPr>
        <p:spPr>
          <a:xfrm>
            <a:off x="7055069" y="4907474"/>
            <a:ext cx="187193" cy="253916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sz="1050" dirty="0">
                <a:latin typeface="Verdana" panose="020B0604030504040204" pitchFamily="34" charset="0"/>
                <a:ea typeface="Verdana" panose="020B0604030504040204" pitchFamily="34" charset="0"/>
              </a:rPr>
              <a:t>8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05B4BF97-B6E7-163C-2583-5F157BAD1DD3}"/>
              </a:ext>
            </a:extLst>
          </p:cNvPr>
          <p:cNvGrpSpPr/>
          <p:nvPr/>
        </p:nvGrpSpPr>
        <p:grpSpPr>
          <a:xfrm>
            <a:off x="976433" y="693821"/>
            <a:ext cx="1754415" cy="1519129"/>
            <a:chOff x="54200" y="1099652"/>
            <a:chExt cx="1754415" cy="1519129"/>
          </a:xfrm>
        </p:grpSpPr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9431FF95-E4A1-7164-C4B3-888A3C01D74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4200" y="1099652"/>
              <a:ext cx="1754415" cy="1519129"/>
            </a:xfrm>
            <a:prstGeom prst="rect">
              <a:avLst/>
            </a:prstGeom>
          </p:spPr>
        </p:pic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A34F8840-0E5E-AD96-5302-0C6B97D9DA86}"/>
                </a:ext>
              </a:extLst>
            </p:cNvPr>
            <p:cNvSpPr/>
            <p:nvPr/>
          </p:nvSpPr>
          <p:spPr>
            <a:xfrm>
              <a:off x="761905" y="1210673"/>
              <a:ext cx="182650" cy="17929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80A11B88-817F-8282-0A76-6D6C4BA03224}"/>
              </a:ext>
            </a:extLst>
          </p:cNvPr>
          <p:cNvSpPr txBox="1"/>
          <p:nvPr/>
        </p:nvSpPr>
        <p:spPr>
          <a:xfrm>
            <a:off x="7055069" y="6010506"/>
            <a:ext cx="20644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u="sng" dirty="0">
                <a:solidFill>
                  <a:srgbClr val="0070C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Chamfer length measured from UG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9D4B8AA-92F6-DF7F-E089-FB7767ED8943}"/>
              </a:ext>
            </a:extLst>
          </p:cNvPr>
          <p:cNvSpPr txBox="1"/>
          <p:nvPr/>
        </p:nvSpPr>
        <p:spPr>
          <a:xfrm>
            <a:off x="7893170" y="6451842"/>
            <a:ext cx="10180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Units: mm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B4282A7-398B-F917-6D3D-ACBFE342DA17}"/>
              </a:ext>
            </a:extLst>
          </p:cNvPr>
          <p:cNvSpPr/>
          <p:nvPr/>
        </p:nvSpPr>
        <p:spPr>
          <a:xfrm>
            <a:off x="1090816" y="2239770"/>
            <a:ext cx="479191" cy="113485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2490485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>
          <a:solidFill>
            <a:schemeClr val="tx1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F8D92A14171FD4F9FDDB73F8A3F993D" ma:contentTypeVersion="8" ma:contentTypeDescription="Create a new document." ma:contentTypeScope="" ma:versionID="baad677ead0c47d696410c0688d93861">
  <xsd:schema xmlns:xsd="http://www.w3.org/2001/XMLSchema" xmlns:xs="http://www.w3.org/2001/XMLSchema" xmlns:p="http://schemas.microsoft.com/office/2006/metadata/properties" xmlns:ns2="a6c11ede-8200-41bf-b22b-83e31598fc9f" xmlns:ns3="2908eb48-37ab-49b2-b15f-22f000e3ca78" xmlns:ns4="http://schemas.microsoft.com/sharepoint/v4" targetNamespace="http://schemas.microsoft.com/office/2006/metadata/properties" ma:root="true" ma:fieldsID="f68430de88fdb0c8ebeb95864b7c907e" ns2:_="" ns3:_="" ns4:_="">
    <xsd:import namespace="a6c11ede-8200-41bf-b22b-83e31598fc9f"/>
    <xsd:import namespace="2908eb48-37ab-49b2-b15f-22f000e3ca78"/>
    <xsd:import namespace="http://schemas.microsoft.com/sharepoint/v4"/>
    <xsd:element name="properties">
      <xsd:complexType>
        <xsd:sequence>
          <xsd:element name="documentManagement">
            <xsd:complexType>
              <xsd:all>
                <xsd:element ref="ns2:PBS" minOccurs="0"/>
                <xsd:element ref="ns3:Project_x0020_Task" minOccurs="0"/>
                <xsd:element ref="ns3:Req_x0020_Del" minOccurs="0"/>
                <xsd:element ref="ns3:GateDeliverable" minOccurs="0"/>
                <xsd:element ref="ns4:IconOverla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6c11ede-8200-41bf-b22b-83e31598fc9f" elementFormDefault="qualified">
    <xsd:import namespace="http://schemas.microsoft.com/office/2006/documentManagement/types"/>
    <xsd:import namespace="http://schemas.microsoft.com/office/infopath/2007/PartnerControls"/>
    <xsd:element name="PBS" ma:index="2" nillable="true" ma:displayName="PBS" ma:format="Dropdown" ma:internalName="PBS0">
      <xsd:simpleType>
        <xsd:union memberTypes="dms:Text">
          <xsd:simpleType>
            <xsd:restriction base="dms:Choice">
              <xsd:enumeration value="DD Planning"/>
              <xsd:enumeration value="DD Input"/>
              <xsd:enumeration value="DM solutions"/>
              <xsd:enumeration value="D Verification and Validation"/>
              <xsd:enumeration value="Manufacturing Verification"/>
              <xsd:enumeration value="Technical product support preparation"/>
              <xsd:enumeration value="Sourcing"/>
              <xsd:enumeration value="Series Production Preparation"/>
              <xsd:enumeration value="DP Quality Assurance"/>
              <xsd:enumeration value="Sales and Marketing"/>
              <xsd:enumeration value="Manage product cost"/>
            </xsd:restriction>
          </xsd:simpleType>
        </xsd:un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908eb48-37ab-49b2-b15f-22f000e3ca78" elementFormDefault="qualified">
    <xsd:import namespace="http://schemas.microsoft.com/office/2006/documentManagement/types"/>
    <xsd:import namespace="http://schemas.microsoft.com/office/infopath/2007/PartnerControls"/>
    <xsd:element name="Project_x0020_Task" ma:index="3" nillable="true" ma:displayName="Project Task" ma:description="Document relates to a Project Task" ma:list="{A797A391-2B81-4FAD-8F29-50E46CED739E}" ma:internalName="Project_x0020_Task" ma:showField="Title">
      <xsd:simpleType>
        <xsd:restriction base="dms:Lookup"/>
      </xsd:simpleType>
    </xsd:element>
    <xsd:element name="Req_x0020_Del" ma:index="4" nillable="true" ma:displayName="Req Del" ma:list="{86D91581-F7C0-4438-9D44-CE45D4D9008A}" ma:internalName="Req_x0020_Del" ma:showField="Title">
      <xsd:simpleType>
        <xsd:restriction base="dms:Lookup"/>
      </xsd:simpleType>
    </xsd:element>
    <xsd:element name="GateDeliverable" ma:index="5" nillable="true" ma:displayName="Gate Deliverable" ma:list="{74E81E6B-1591-4B7A-ACD3-4CCA05D3049C}" ma:internalName="GateDeliverable" ma:readOnly="false" ma:showField="Title">
      <xsd:simpleType>
        <xsd:restriction base="dms:Lookup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4" elementFormDefault="qualified">
    <xsd:import namespace="http://schemas.microsoft.com/office/2006/documentManagement/types"/>
    <xsd:import namespace="http://schemas.microsoft.com/office/infopath/2007/PartnerControls"/>
    <xsd:element name="IconOverlay" ma:index="12" nillable="true" ma:displayName="IconOverlay" ma:hidden="true" ma:internalName="IconOverlay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8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Req_x0020_Del xmlns="2908eb48-37ab-49b2-b15f-22f000e3ca78" xsi:nil="true"/>
    <IconOverlay xmlns="http://schemas.microsoft.com/sharepoint/v4" xsi:nil="true"/>
    <GateDeliverable xmlns="2908eb48-37ab-49b2-b15f-22f000e3ca78" xsi:nil="true"/>
    <PBS xmlns="a6c11ede-8200-41bf-b22b-83e31598fc9f" xsi:nil="true"/>
    <Project_x0020_Task xmlns="2908eb48-37ab-49b2-b15f-22f000e3ca78" xsi:nil="true"/>
  </documentManagement>
</p:properties>
</file>

<file path=customXml/itemProps1.xml><?xml version="1.0" encoding="utf-8"?>
<ds:datastoreItem xmlns:ds="http://schemas.openxmlformats.org/officeDocument/2006/customXml" ds:itemID="{DAB8268E-80E7-4980-A7C6-60C3DD8CE45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312EF42-1397-42EF-AE90-E6794A2328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6c11ede-8200-41bf-b22b-83e31598fc9f"/>
    <ds:schemaRef ds:uri="2908eb48-37ab-49b2-b15f-22f000e3ca78"/>
    <ds:schemaRef ds:uri="http://schemas.microsoft.com/sharepoint/v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1FF8AAD-64D5-407D-82EC-717A45B1F2AC}">
  <ds:schemaRefs>
    <ds:schemaRef ds:uri="http://purl.org/dc/terms/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microsoft.com/sharepoint/v4"/>
    <ds:schemaRef ds:uri="a6c11ede-8200-41bf-b22b-83e31598fc9f"/>
    <ds:schemaRef ds:uri="2908eb48-37ab-49b2-b15f-22f000e3ca78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14176</TotalTime>
  <Words>82</Words>
  <Application>Microsoft Office PowerPoint</Application>
  <PresentationFormat>On-screen Show (4:3)</PresentationFormat>
  <Paragraphs>36</Paragraphs>
  <Slides>5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Times New Roman</vt:lpstr>
      <vt:lpstr>Verdana</vt:lpstr>
      <vt:lpstr>Default Design</vt:lpstr>
      <vt:lpstr>Worksheet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UTC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iCICR-30-JB-VB-17_ER</dc:title>
  <dc:creator>Marc Muldoon</dc:creator>
  <cp:keywords>Technical Data</cp:keywords>
  <cp:lastModifiedBy>Tangudu Soma shekar  raju</cp:lastModifiedBy>
  <cp:revision>1251</cp:revision>
  <cp:lastPrinted>2020-02-27T17:25:26Z</cp:lastPrinted>
  <dcterms:created xsi:type="dcterms:W3CDTF">2003-09-30T17:22:26Z</dcterms:created>
  <dcterms:modified xsi:type="dcterms:W3CDTF">2026-05-04T12:27:25Z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4f5d28b1-60ef-4c76-9a19-67078b079cb3</vt:lpwstr>
  </property>
  <property fmtid="{D5CDD505-2E9C-101B-9397-08002B2CF9AE}" pid="3" name="ContentTypeId">
    <vt:lpwstr>0x0101007F8D92A14171FD4F9FDDB73F8A3F993D</vt:lpwstr>
  </property>
  <property fmtid="{D5CDD505-2E9C-101B-9397-08002B2CF9AE}" pid="4" name="UTCTechnicalData">
    <vt:lpwstr>Yes</vt:lpwstr>
  </property>
  <property fmtid="{D5CDD505-2E9C-101B-9397-08002B2CF9AE}" pid="5" name="UTCTechnicalDataKeyword">
    <vt:lpwstr>Technical Data</vt:lpwstr>
  </property>
  <property fmtid="{D5CDD505-2E9C-101B-9397-08002B2CF9AE}" pid="6" name="MSIP_Label_0cb49050-d2ca-4b82-83d8-3fed8b20fa0b_Enabled">
    <vt:lpwstr>true</vt:lpwstr>
  </property>
  <property fmtid="{D5CDD505-2E9C-101B-9397-08002B2CF9AE}" pid="7" name="MSIP_Label_0cb49050-d2ca-4b82-83d8-3fed8b20fa0b_SetDate">
    <vt:lpwstr>2025-12-02T09:36:55Z</vt:lpwstr>
  </property>
  <property fmtid="{D5CDD505-2E9C-101B-9397-08002B2CF9AE}" pid="8" name="MSIP_Label_0cb49050-d2ca-4b82-83d8-3fed8b20fa0b_Method">
    <vt:lpwstr>Standard</vt:lpwstr>
  </property>
  <property fmtid="{D5CDD505-2E9C-101B-9397-08002B2CF9AE}" pid="9" name="MSIP_Label_0cb49050-d2ca-4b82-83d8-3fed8b20fa0b_Name">
    <vt:lpwstr>Public</vt:lpwstr>
  </property>
  <property fmtid="{D5CDD505-2E9C-101B-9397-08002B2CF9AE}" pid="10" name="MSIP_Label_0cb49050-d2ca-4b82-83d8-3fed8b20fa0b_SiteId">
    <vt:lpwstr>2d6b0cf3-57fa-4619-abf9-d13e1ef2352a</vt:lpwstr>
  </property>
  <property fmtid="{D5CDD505-2E9C-101B-9397-08002B2CF9AE}" pid="11" name="MSIP_Label_0cb49050-d2ca-4b82-83d8-3fed8b20fa0b_ActionId">
    <vt:lpwstr>11f957e6-b92e-4071-b585-5db24dcd838a</vt:lpwstr>
  </property>
  <property fmtid="{D5CDD505-2E9C-101B-9397-08002B2CF9AE}" pid="12" name="MSIP_Label_0cb49050-d2ca-4b82-83d8-3fed8b20fa0b_ContentBits">
    <vt:lpwstr>0</vt:lpwstr>
  </property>
  <property fmtid="{D5CDD505-2E9C-101B-9397-08002B2CF9AE}" pid="13" name="MSIP_Label_0cb49050-d2ca-4b82-83d8-3fed8b20fa0b_Tag">
    <vt:lpwstr>10, 3, 0, 1</vt:lpwstr>
  </property>
</Properties>
</file>